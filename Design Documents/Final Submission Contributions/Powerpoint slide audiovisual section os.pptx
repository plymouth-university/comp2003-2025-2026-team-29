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0" autoAdjust="0"/>
    <p:restoredTop sz="94660"/>
  </p:normalViewPr>
  <p:slideViewPr>
    <p:cSldViewPr snapToGrid="0">
      <p:cViewPr varScale="1">
        <p:scale>
          <a:sx n="135" d="100"/>
          <a:sy n="135" d="100"/>
        </p:scale>
        <p:origin x="144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9E3DE-91F4-19B5-997E-ECA3A9375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B66EF8-27FF-98AF-16BC-2331199D08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C2515-0842-CB1F-EE02-8D2CCC320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437B5-14FC-428B-BF8A-9947385BF57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C88A3-6EB4-4524-2734-D7D238D1D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F32E8-B90A-C403-F43F-1990DFFD8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4690-882A-482A-A83C-C528147EE8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2174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3DF1A-5D0A-AAB0-87EE-1EC5C0885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E3B56-6C3D-87CB-4CC6-DFD5CC902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82568-8C69-C9C8-27F9-14C47B0A3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437B5-14FC-428B-BF8A-9947385BF57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437DF-9EE1-00A5-B81C-A184DED23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856D2-B17F-DF4F-AC42-9E998678E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4690-882A-482A-A83C-C528147EE8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6011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8B3C3-9E39-0D5A-F8C1-FE53EC8B6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ADA80-528B-DD20-E29A-B1E28B338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1D530-124F-D068-A21D-D3FB295FF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437B5-14FC-428B-BF8A-9947385BF57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B4A3B-88BB-8EB6-AE8C-F30E05670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5250D-2F44-0BE3-7733-29CE484DF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4690-882A-482A-A83C-C528147EE8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0565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A88D2-F7C6-E19C-55D2-E98B15EDE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02A37-BAE4-522F-1DAA-B32F1F849A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5D31D4-55BB-2004-3EA9-97274CFCB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CE9F65-9C00-3B76-9E7D-10502EE4C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437B5-14FC-428B-BF8A-9947385BF57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9598F8-B12A-2438-B618-37D3DB6C2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187BB3-197C-0BF1-493C-9B5BEF6BE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4690-882A-482A-A83C-C528147EE8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6799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CB128-FE91-A1B3-0D34-B937AF5D5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ECEB3F-2FFD-1125-E1B2-6D4DF2890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693F3E-003C-FA5D-C319-6AE5BF6FB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16B339-C894-E5C5-9B0C-CBDE29667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7A02ED-740E-4854-0774-5FD4966980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7643C2-6A6B-B182-051C-11EB73481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437B5-14FC-428B-BF8A-9947385BF57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D4BE13-0930-966E-DFE1-A2432429B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1013AD-F600-B797-5750-02112A60F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4690-882A-482A-A83C-C528147EE8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1231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A7551-5EED-E95D-9AE9-C5C9DEC5F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86034E-8C75-53FA-2459-C49738225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437B5-14FC-428B-BF8A-9947385BF57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36F04F-81F5-2883-C499-0EF6FCC88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80DA2A-7DF1-4854-F7FC-F9952DA6F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4690-882A-482A-A83C-C528147EE8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3559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797337-0A1A-0D01-6F9B-2C61AEBBC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437B5-14FC-428B-BF8A-9947385BF57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AECC5A-32AF-9915-7BD5-0B887178F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3AA46-D6B1-C018-C121-F7359BC6D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4690-882A-482A-A83C-C528147EE8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9637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5541F-1667-D456-E8C4-8AAF14A34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2F297-70F9-3A92-C346-BD1E2E92F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B4BAF0-894C-A8CD-C359-4D36BCA365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BBF497-E23E-CF0E-971B-3DCBB6151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437B5-14FC-428B-BF8A-9947385BF57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452E6C-4C31-9A74-5C32-DC908C287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B56388-CB55-791C-976B-5888AE973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4690-882A-482A-A83C-C528147EE8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9207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38128-0A15-DAFA-FE56-CA587CEBF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AE7EF3-6AEA-403D-D0D2-6144B9AC1E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4F4156-9E1E-726E-7611-5C4E18FD3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28EDA4-A6DC-ACE4-D56A-41E0D1A14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437B5-14FC-428B-BF8A-9947385BF57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CF73C-B9B8-585D-D1F6-4449EA682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110432-42CC-ED32-5EAA-7A19F815E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4690-882A-482A-A83C-C528147EE8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8903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DF4F8-AFFF-19B7-4958-0AFAE23EF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FEE840-2CFC-334D-F5EF-3662990E18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6B6C1-4FBE-E9D0-6756-8C0B00F71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437B5-14FC-428B-BF8A-9947385BF57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5A63D-7FF1-D617-0E72-47728D0E6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DD419-314A-12A7-A1FF-A64104DA9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4690-882A-482A-A83C-C528147EE8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1911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22C338-6A6A-F39A-298B-6116EDFA01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A05822-19C1-D0DE-CABA-FB27A4B647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A8680-15D0-0B6B-5DEF-1FC19ABC9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437B5-14FC-428B-BF8A-9947385BF57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FFB96-430F-F1FA-0A97-5D0AD4D5F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CDC95-DDAE-4BA5-6748-C00A93039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4690-882A-482A-A83C-C528147EE8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0665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FEEAE5-5BBE-59A1-371A-C751C8294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8C2BE8-3A27-20ED-DD66-930ECFCBA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DE921-3C68-8302-34D7-3DA4B07E7D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1437B5-14FC-428B-BF8A-9947385BF57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79CA4-D604-6A35-FE0C-DB49EE9F5D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A6F6C-1358-28EB-AEC6-310367D8E5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F84690-882A-482A-A83C-C528147EE8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1533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29E64-F5E4-E52E-790F-3BC333091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audio/ visual side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024B5-B804-8D54-3F15-EEF02EC7A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My job was the audio visual side, including:</a:t>
            </a:r>
          </a:p>
          <a:p>
            <a:pPr lvl="1"/>
            <a:r>
              <a:rPr lang="en-GB" dirty="0"/>
              <a:t>Animations</a:t>
            </a:r>
          </a:p>
          <a:p>
            <a:pPr lvl="1"/>
            <a:r>
              <a:rPr lang="en-GB" dirty="0"/>
              <a:t>Music</a:t>
            </a:r>
          </a:p>
          <a:p>
            <a:pPr lvl="1"/>
            <a:r>
              <a:rPr lang="en-GB" dirty="0"/>
              <a:t>Materials</a:t>
            </a:r>
          </a:p>
          <a:p>
            <a:pPr lvl="1"/>
            <a:r>
              <a:rPr lang="en-GB" dirty="0"/>
              <a:t>Made example version of main game scene</a:t>
            </a:r>
          </a:p>
          <a:p>
            <a:pPr marL="457200" lvl="1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CB7D7F-0F3A-5231-30CE-5E2EFB61BA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573" r="32300"/>
          <a:stretch>
            <a:fillRect/>
          </a:stretch>
        </p:blipFill>
        <p:spPr>
          <a:xfrm>
            <a:off x="8839199" y="250255"/>
            <a:ext cx="3140149" cy="635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626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The audio/ visual side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Oliver Stevens</dc:creator>
  <cp:lastModifiedBy>Oliver Stevens</cp:lastModifiedBy>
  <cp:revision>1</cp:revision>
  <dcterms:created xsi:type="dcterms:W3CDTF">2026-05-05T09:41:23Z</dcterms:created>
  <dcterms:modified xsi:type="dcterms:W3CDTF">2026-05-05T09:43:19Z</dcterms:modified>
</cp:coreProperties>
</file>