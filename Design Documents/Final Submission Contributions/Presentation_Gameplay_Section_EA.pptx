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752" autoAdjust="0"/>
  </p:normalViewPr>
  <p:slideViewPr>
    <p:cSldViewPr snapToGrid="0">
      <p:cViewPr varScale="1">
        <p:scale>
          <a:sx n="70" d="100"/>
          <a:sy n="70"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D4B6C2-1632-4E3D-9ABA-0E02895623C4}" type="datetimeFigureOut">
              <a:rPr lang="en-GB" smtClean="0"/>
              <a:t>04/05/2026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10425-249F-4BCE-B5DD-F4208C48AEE1}" type="slidenum">
              <a:rPr lang="en-GB" smtClean="0"/>
              <a:t>‹#›</a:t>
            </a:fld>
            <a:endParaRPr lang="en-GB"/>
          </a:p>
        </p:txBody>
      </p:sp>
    </p:spTree>
    <p:extLst>
      <p:ext uri="{BB962C8B-B14F-4D97-AF65-F5344CB8AC3E}">
        <p14:creationId xmlns:p14="http://schemas.microsoft.com/office/powerpoint/2010/main" val="1729637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script - Hello, I am Evan, and I will be going over the gameplay of our project Rulescard.</a:t>
            </a:r>
          </a:p>
        </p:txBody>
      </p:sp>
      <p:sp>
        <p:nvSpPr>
          <p:cNvPr id="4" name="Slide Number Placeholder 3"/>
          <p:cNvSpPr>
            <a:spLocks noGrp="1"/>
          </p:cNvSpPr>
          <p:nvPr>
            <p:ph type="sldNum" sz="quarter" idx="5"/>
          </p:nvPr>
        </p:nvSpPr>
        <p:spPr/>
        <p:txBody>
          <a:bodyPr/>
          <a:lstStyle/>
          <a:p>
            <a:fld id="{20810425-249F-4BCE-B5DD-F4208C48AEE1}" type="slidenum">
              <a:rPr lang="en-GB" smtClean="0"/>
              <a:t>1</a:t>
            </a:fld>
            <a:endParaRPr lang="en-GB"/>
          </a:p>
        </p:txBody>
      </p:sp>
    </p:spTree>
    <p:extLst>
      <p:ext uri="{BB962C8B-B14F-4D97-AF65-F5344CB8AC3E}">
        <p14:creationId xmlns:p14="http://schemas.microsoft.com/office/powerpoint/2010/main" val="3179403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script - It is a turn-based digital card game with the key feature being that the user is able to select any rule to be enabled from the given set, which makes the game very flexible.</a:t>
            </a:r>
          </a:p>
        </p:txBody>
      </p:sp>
      <p:sp>
        <p:nvSpPr>
          <p:cNvPr id="4" name="Slide Number Placeholder 3"/>
          <p:cNvSpPr>
            <a:spLocks noGrp="1"/>
          </p:cNvSpPr>
          <p:nvPr>
            <p:ph type="sldNum" sz="quarter" idx="5"/>
          </p:nvPr>
        </p:nvSpPr>
        <p:spPr/>
        <p:txBody>
          <a:bodyPr/>
          <a:lstStyle/>
          <a:p>
            <a:fld id="{20810425-249F-4BCE-B5DD-F4208C48AEE1}" type="slidenum">
              <a:rPr lang="en-GB" smtClean="0"/>
              <a:t>2</a:t>
            </a:fld>
            <a:endParaRPr lang="en-GB"/>
          </a:p>
        </p:txBody>
      </p:sp>
    </p:spTree>
    <p:extLst>
      <p:ext uri="{BB962C8B-B14F-4D97-AF65-F5344CB8AC3E}">
        <p14:creationId xmlns:p14="http://schemas.microsoft.com/office/powerpoint/2010/main" val="3029636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script - For the actual game, the player and the AI take turns selecting cards to play, with the game checking if the cards can be played based on the current rules. If they can be played, there an animation of the cards being played and it switches turns. If the selected cards are against the rules, then a message pops up telling the player what rule they are breaking.</a:t>
            </a:r>
          </a:p>
        </p:txBody>
      </p:sp>
      <p:sp>
        <p:nvSpPr>
          <p:cNvPr id="4" name="Slide Number Placeholder 3"/>
          <p:cNvSpPr>
            <a:spLocks noGrp="1"/>
          </p:cNvSpPr>
          <p:nvPr>
            <p:ph type="sldNum" sz="quarter" idx="5"/>
          </p:nvPr>
        </p:nvSpPr>
        <p:spPr/>
        <p:txBody>
          <a:bodyPr/>
          <a:lstStyle/>
          <a:p>
            <a:fld id="{20810425-249F-4BCE-B5DD-F4208C48AEE1}" type="slidenum">
              <a:rPr lang="en-GB" smtClean="0"/>
              <a:t>3</a:t>
            </a:fld>
            <a:endParaRPr lang="en-GB"/>
          </a:p>
        </p:txBody>
      </p:sp>
    </p:spTree>
    <p:extLst>
      <p:ext uri="{BB962C8B-B14F-4D97-AF65-F5344CB8AC3E}">
        <p14:creationId xmlns:p14="http://schemas.microsoft.com/office/powerpoint/2010/main" val="315746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Video script - The player selects the rules from the rules menu with the buttons turning green if they are selected (Transition), as you can see there. After selecting a rule, you are also given a description of what the rule is at the bottom of the screen. To play the game, an end rule and a win rule need to be selected, otherwise the game will give the user a message telling them to get one.</a:t>
            </a:r>
          </a:p>
        </p:txBody>
      </p:sp>
      <p:sp>
        <p:nvSpPr>
          <p:cNvPr id="4" name="Slide Number Placeholder 3"/>
          <p:cNvSpPr>
            <a:spLocks noGrp="1"/>
          </p:cNvSpPr>
          <p:nvPr>
            <p:ph type="sldNum" sz="quarter" idx="5"/>
          </p:nvPr>
        </p:nvSpPr>
        <p:spPr/>
        <p:txBody>
          <a:bodyPr/>
          <a:lstStyle/>
          <a:p>
            <a:fld id="{20810425-249F-4BCE-B5DD-F4208C48AEE1}" type="slidenum">
              <a:rPr lang="en-GB" smtClean="0"/>
              <a:t>4</a:t>
            </a:fld>
            <a:endParaRPr lang="en-GB"/>
          </a:p>
        </p:txBody>
      </p:sp>
    </p:spTree>
    <p:extLst>
      <p:ext uri="{BB962C8B-B14F-4D97-AF65-F5344CB8AC3E}">
        <p14:creationId xmlns:p14="http://schemas.microsoft.com/office/powerpoint/2010/main" val="2597201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0810425-249F-4BCE-B5DD-F4208C48AEE1}" type="slidenum">
              <a:rPr lang="en-GB" smtClean="0"/>
              <a:t>5</a:t>
            </a:fld>
            <a:endParaRPr lang="en-GB"/>
          </a:p>
        </p:txBody>
      </p:sp>
    </p:spTree>
    <p:extLst>
      <p:ext uri="{BB962C8B-B14F-4D97-AF65-F5344CB8AC3E}">
        <p14:creationId xmlns:p14="http://schemas.microsoft.com/office/powerpoint/2010/main" val="2362412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1901277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673371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1822387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10D61B9D-18F4-46FF-A155-84AF31D1A35D}" type="datetimeFigureOut">
              <a:rPr lang="en-GB" smtClean="0"/>
              <a:t>04/05/2026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563084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10D61B9D-18F4-46FF-A155-84AF31D1A35D}" type="datetimeFigureOut">
              <a:rPr lang="en-GB" smtClean="0"/>
              <a:t>04/05/2026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430353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1600861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11618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299574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0D61B9D-18F4-46FF-A155-84AF31D1A35D}" type="datetimeFigureOut">
              <a:rPr lang="en-GB" smtClean="0"/>
              <a:t>04/05/2026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81544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0D61B9D-18F4-46FF-A155-84AF31D1A35D}" type="datetimeFigureOut">
              <a:rPr lang="en-GB" smtClean="0"/>
              <a:t>04/05/2026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2089499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8084083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56618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286380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796107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115086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10472981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0D61B9D-18F4-46FF-A155-84AF31D1A35D}" type="datetimeFigureOut">
              <a:rPr lang="en-GB" smtClean="0"/>
              <a:t>04/05/2026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3391DA4-A563-4111-9DF6-B3D3D1A6FE01}" type="slidenum">
              <a:rPr lang="en-GB" smtClean="0"/>
              <a:t>‹#›</a:t>
            </a:fld>
            <a:endParaRPr lang="en-GB"/>
          </a:p>
        </p:txBody>
      </p:sp>
    </p:spTree>
    <p:extLst>
      <p:ext uri="{BB962C8B-B14F-4D97-AF65-F5344CB8AC3E}">
        <p14:creationId xmlns:p14="http://schemas.microsoft.com/office/powerpoint/2010/main" val="3980204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0D61B9D-18F4-46FF-A155-84AF31D1A35D}" type="datetimeFigureOut">
              <a:rPr lang="en-GB" smtClean="0"/>
              <a:t>04/05/2026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3391DA4-A563-4111-9DF6-B3D3D1A6FE01}" type="slidenum">
              <a:rPr lang="en-GB" smtClean="0"/>
              <a:t>‹#›</a:t>
            </a:fld>
            <a:endParaRPr lang="en-GB"/>
          </a:p>
        </p:txBody>
      </p:sp>
    </p:spTree>
    <p:extLst>
      <p:ext uri="{BB962C8B-B14F-4D97-AF65-F5344CB8AC3E}">
        <p14:creationId xmlns:p14="http://schemas.microsoft.com/office/powerpoint/2010/main" val="40769051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2" name="Freeform: Shape 11">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80B1B77C-ADC3-CACD-F521-96C30FF6F499}"/>
              </a:ext>
            </a:extLst>
          </p:cNvPr>
          <p:cNvSpPr>
            <a:spLocks noGrp="1"/>
          </p:cNvSpPr>
          <p:nvPr>
            <p:ph type="ctrTitle"/>
          </p:nvPr>
        </p:nvSpPr>
        <p:spPr>
          <a:xfrm>
            <a:off x="4189248" y="2312021"/>
            <a:ext cx="5161762" cy="1981200"/>
          </a:xfrm>
        </p:spPr>
        <p:txBody>
          <a:bodyPr>
            <a:normAutofit fontScale="90000"/>
          </a:bodyPr>
          <a:lstStyle/>
          <a:p>
            <a:r>
              <a:rPr lang="en-GB" dirty="0"/>
              <a:t>Rulescard’s gameplay</a:t>
            </a:r>
          </a:p>
        </p:txBody>
      </p:sp>
      <p:sp>
        <p:nvSpPr>
          <p:cNvPr id="14" name="Rectangle 13">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7" name="Picture 6">
            <a:extLst>
              <a:ext uri="{FF2B5EF4-FFF2-40B4-BE49-F238E27FC236}">
                <a16:creationId xmlns:a16="http://schemas.microsoft.com/office/drawing/2014/main" id="{8DA69BD4-CBF6-0419-AE31-B761D49408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3634304" cy="6860544"/>
          </a:xfrm>
          <a:prstGeom prst="rect">
            <a:avLst/>
          </a:prstGeom>
        </p:spPr>
      </p:pic>
    </p:spTree>
    <p:extLst>
      <p:ext uri="{BB962C8B-B14F-4D97-AF65-F5344CB8AC3E}">
        <p14:creationId xmlns:p14="http://schemas.microsoft.com/office/powerpoint/2010/main" val="1812038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itle 1">
            <a:extLst>
              <a:ext uri="{FF2B5EF4-FFF2-40B4-BE49-F238E27FC236}">
                <a16:creationId xmlns:a16="http://schemas.microsoft.com/office/drawing/2014/main" id="{94AF3393-FD26-0455-07CE-C875F7F6D508}"/>
              </a:ext>
            </a:extLst>
          </p:cNvPr>
          <p:cNvSpPr>
            <a:spLocks noGrp="1"/>
          </p:cNvSpPr>
          <p:nvPr>
            <p:ph type="title"/>
          </p:nvPr>
        </p:nvSpPr>
        <p:spPr>
          <a:xfrm>
            <a:off x="806195" y="804672"/>
            <a:ext cx="3521359" cy="5248656"/>
          </a:xfrm>
        </p:spPr>
        <p:txBody>
          <a:bodyPr anchor="ctr">
            <a:normAutofit/>
          </a:bodyPr>
          <a:lstStyle/>
          <a:p>
            <a:pPr algn="ctr"/>
            <a:r>
              <a:rPr lang="en-GB" dirty="0"/>
              <a:t>Game overview</a:t>
            </a:r>
          </a:p>
        </p:txBody>
      </p:sp>
      <p:sp>
        <p:nvSpPr>
          <p:cNvPr id="3" name="Content Placeholder 2">
            <a:extLst>
              <a:ext uri="{FF2B5EF4-FFF2-40B4-BE49-F238E27FC236}">
                <a16:creationId xmlns:a16="http://schemas.microsoft.com/office/drawing/2014/main" id="{F257572A-5BB8-7D17-EE31-07BF31DAC22D}"/>
              </a:ext>
            </a:extLst>
          </p:cNvPr>
          <p:cNvSpPr>
            <a:spLocks noGrp="1"/>
          </p:cNvSpPr>
          <p:nvPr>
            <p:ph idx="1"/>
          </p:nvPr>
        </p:nvSpPr>
        <p:spPr>
          <a:xfrm>
            <a:off x="4975861" y="804671"/>
            <a:ext cx="6399930" cy="5248657"/>
          </a:xfrm>
        </p:spPr>
        <p:txBody>
          <a:bodyPr anchor="ctr">
            <a:normAutofit/>
          </a:bodyPr>
          <a:lstStyle/>
          <a:p>
            <a:pPr algn="ctr"/>
            <a:r>
              <a:rPr lang="en-GB" dirty="0"/>
              <a:t>Rulescard is a digital card game created using unity. It is a turn-based game with the main focus being the fact that the user can select whatever rules they want to be enabled, creating gameplay that is very flexible.</a:t>
            </a:r>
          </a:p>
        </p:txBody>
      </p:sp>
    </p:spTree>
    <p:extLst>
      <p:ext uri="{BB962C8B-B14F-4D97-AF65-F5344CB8AC3E}">
        <p14:creationId xmlns:p14="http://schemas.microsoft.com/office/powerpoint/2010/main" val="3245342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53245-308F-2176-7ADD-2B54B1A8C78C}"/>
              </a:ext>
            </a:extLst>
          </p:cNvPr>
          <p:cNvSpPr>
            <a:spLocks noGrp="1"/>
          </p:cNvSpPr>
          <p:nvPr>
            <p:ph type="title"/>
          </p:nvPr>
        </p:nvSpPr>
        <p:spPr>
          <a:xfrm>
            <a:off x="5224006" y="629266"/>
            <a:ext cx="4985469" cy="1469878"/>
          </a:xfrm>
        </p:spPr>
        <p:txBody>
          <a:bodyPr>
            <a:normAutofit/>
          </a:bodyPr>
          <a:lstStyle/>
          <a:p>
            <a:r>
              <a:rPr lang="en-GB" dirty="0"/>
              <a:t>Gameplay</a:t>
            </a:r>
          </a:p>
        </p:txBody>
      </p:sp>
      <p:pic>
        <p:nvPicPr>
          <p:cNvPr id="7" name="Content Placeholder 6">
            <a:extLst>
              <a:ext uri="{FF2B5EF4-FFF2-40B4-BE49-F238E27FC236}">
                <a16:creationId xmlns:a16="http://schemas.microsoft.com/office/drawing/2014/main" id="{C1090D43-0E4F-2CB3-960C-C6405E001D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2980" y="691763"/>
            <a:ext cx="3208956" cy="5556636"/>
          </a:xfrm>
          <a:prstGeom prst="rect">
            <a:avLst/>
          </a:prstGeom>
          <a:effectLst>
            <a:outerShdw blurRad="50800" dist="38100" dir="5400000" algn="t" rotWithShape="0">
              <a:prstClr val="black">
                <a:alpha val="43000"/>
              </a:prstClr>
            </a:outerShdw>
          </a:effectLst>
        </p:spPr>
      </p:pic>
      <p:sp>
        <p:nvSpPr>
          <p:cNvPr id="11" name="Content Placeholder 10">
            <a:extLst>
              <a:ext uri="{FF2B5EF4-FFF2-40B4-BE49-F238E27FC236}">
                <a16:creationId xmlns:a16="http://schemas.microsoft.com/office/drawing/2014/main" id="{66226EC1-2E40-12CB-E41A-D742567CB243}"/>
              </a:ext>
            </a:extLst>
          </p:cNvPr>
          <p:cNvSpPr>
            <a:spLocks noGrp="1"/>
          </p:cNvSpPr>
          <p:nvPr>
            <p:ph idx="1"/>
          </p:nvPr>
        </p:nvSpPr>
        <p:spPr>
          <a:xfrm>
            <a:off x="5224005" y="2337683"/>
            <a:ext cx="4985470" cy="3910716"/>
          </a:xfrm>
        </p:spPr>
        <p:txBody>
          <a:bodyPr>
            <a:normAutofit/>
          </a:bodyPr>
          <a:lstStyle/>
          <a:p>
            <a:r>
              <a:rPr lang="en-US" dirty="0"/>
              <a:t>The player and the AI take turn selecting what cards to play.</a:t>
            </a:r>
          </a:p>
          <a:p>
            <a:r>
              <a:rPr lang="en-US" dirty="0"/>
              <a:t>The selected rules determine what cards can be played/what the win conditions for the game is.</a:t>
            </a:r>
          </a:p>
          <a:p>
            <a:r>
              <a:rPr lang="en-US" dirty="0"/>
              <a:t>The game will check the played cards against the selected rules and will block any invalid moves.</a:t>
            </a:r>
          </a:p>
        </p:txBody>
      </p:sp>
    </p:spTree>
    <p:extLst>
      <p:ext uri="{BB962C8B-B14F-4D97-AF65-F5344CB8AC3E}">
        <p14:creationId xmlns:p14="http://schemas.microsoft.com/office/powerpoint/2010/main" val="2668647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A1404-E510-EEB7-4410-BDD7EB589D66}"/>
              </a:ext>
            </a:extLst>
          </p:cNvPr>
          <p:cNvSpPr>
            <a:spLocks noGrp="1"/>
          </p:cNvSpPr>
          <p:nvPr>
            <p:ph type="title"/>
          </p:nvPr>
        </p:nvSpPr>
        <p:spPr>
          <a:xfrm>
            <a:off x="646112" y="452718"/>
            <a:ext cx="5629222" cy="1400530"/>
          </a:xfrm>
        </p:spPr>
        <p:txBody>
          <a:bodyPr>
            <a:normAutofit/>
          </a:bodyPr>
          <a:lstStyle/>
          <a:p>
            <a:r>
              <a:rPr lang="en-GB"/>
              <a:t>The Rules</a:t>
            </a:r>
          </a:p>
        </p:txBody>
      </p:sp>
      <p:sp>
        <p:nvSpPr>
          <p:cNvPr id="25" name="Freeform: Shape 24">
            <a:extLst>
              <a:ext uri="{FF2B5EF4-FFF2-40B4-BE49-F238E27FC236}">
                <a16:creationId xmlns:a16="http://schemas.microsoft.com/office/drawing/2014/main" id="{B52D69C2-6C47-427C-AE60-582FE30B2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98731" y="664312"/>
            <a:ext cx="6858001" cy="5529377"/>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GB"/>
          </a:p>
        </p:txBody>
      </p:sp>
      <p:sp>
        <p:nvSpPr>
          <p:cNvPr id="27" name="Freeform 7">
            <a:extLst>
              <a:ext uri="{FF2B5EF4-FFF2-40B4-BE49-F238E27FC236}">
                <a16:creationId xmlns:a16="http://schemas.microsoft.com/office/drawing/2014/main" id="{E849FE61-12C4-4A06-A722-B545DE0C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49843"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9" name="Rectangle 28">
            <a:extLst>
              <a:ext uri="{FF2B5EF4-FFF2-40B4-BE49-F238E27FC236}">
                <a16:creationId xmlns:a16="http://schemas.microsoft.com/office/drawing/2014/main" id="{7FB12D8C-572F-4417-9FE1-D691A132F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2" name="Content Placeholder 21">
            <a:extLst>
              <a:ext uri="{FF2B5EF4-FFF2-40B4-BE49-F238E27FC236}">
                <a16:creationId xmlns:a16="http://schemas.microsoft.com/office/drawing/2014/main" id="{7D31672A-2F95-3E66-3645-0A3C0A7B9C4B}"/>
              </a:ext>
            </a:extLst>
          </p:cNvPr>
          <p:cNvSpPr>
            <a:spLocks noGrp="1"/>
          </p:cNvSpPr>
          <p:nvPr>
            <p:ph idx="1"/>
          </p:nvPr>
        </p:nvSpPr>
        <p:spPr>
          <a:xfrm>
            <a:off x="646112" y="2052918"/>
            <a:ext cx="5628635" cy="4195481"/>
          </a:xfrm>
        </p:spPr>
        <p:txBody>
          <a:bodyPr>
            <a:normAutofit/>
          </a:bodyPr>
          <a:lstStyle/>
          <a:p>
            <a:r>
              <a:rPr lang="en-US" dirty="0"/>
              <a:t>The player is able to select the rules from the Rules menu available from the main menu.</a:t>
            </a:r>
          </a:p>
          <a:p>
            <a:r>
              <a:rPr lang="en-US" dirty="0"/>
              <a:t>When they select a rule, the rule turns green, notifying the player that that rule is selected. The selected rule also has a description telling the player what it does.</a:t>
            </a:r>
          </a:p>
          <a:p>
            <a:r>
              <a:rPr lang="en-US" dirty="0"/>
              <a:t>To play the game, the player must select a rule which determines when the game will end, along with a rule that determines the winner.</a:t>
            </a:r>
          </a:p>
        </p:txBody>
      </p:sp>
      <p:pic>
        <p:nvPicPr>
          <p:cNvPr id="10" name="Content Placeholder 9">
            <a:extLst>
              <a:ext uri="{FF2B5EF4-FFF2-40B4-BE49-F238E27FC236}">
                <a16:creationId xmlns:a16="http://schemas.microsoft.com/office/drawing/2014/main" id="{876D0F11-9942-AA63-40F5-9B7F3D1A7D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4585" y="511581"/>
            <a:ext cx="3327352" cy="5761652"/>
          </a:xfrm>
          <a:prstGeom prst="rect">
            <a:avLst/>
          </a:prstGeom>
          <a:effectLst/>
        </p:spPr>
      </p:pic>
      <p:pic>
        <p:nvPicPr>
          <p:cNvPr id="5" name="Content Placeholder 4">
            <a:extLst>
              <a:ext uri="{FF2B5EF4-FFF2-40B4-BE49-F238E27FC236}">
                <a16:creationId xmlns:a16="http://schemas.microsoft.com/office/drawing/2014/main" id="{78FDDFD6-81FE-9605-B719-B3F595910E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9968" y="511582"/>
            <a:ext cx="3327352" cy="5736815"/>
          </a:xfrm>
          <a:prstGeom prst="rect">
            <a:avLst/>
          </a:prstGeom>
          <a:effectLst/>
        </p:spPr>
      </p:pic>
    </p:spTree>
    <p:extLst>
      <p:ext uri="{BB962C8B-B14F-4D97-AF65-F5344CB8AC3E}">
        <p14:creationId xmlns:p14="http://schemas.microsoft.com/office/powerpoint/2010/main" val="354347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1000"/>
                                        <p:tgtEl>
                                          <p:spTgt spid="5"/>
                                        </p:tgtEl>
                                      </p:cBhvr>
                                    </p:animEffect>
                                    <p:set>
                                      <p:cBhvr>
                                        <p:cTn id="7" dur="1" fill="hold">
                                          <p:stCondLst>
                                            <p:cond delay="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6770FC91-B0A1-29B1-CFF8-8BF9D3D54FE6}"/>
              </a:ext>
            </a:extLst>
          </p:cNvPr>
          <p:cNvSpPr>
            <a:spLocks noGrp="1"/>
          </p:cNvSpPr>
          <p:nvPr>
            <p:ph idx="1"/>
          </p:nvPr>
        </p:nvSpPr>
        <p:spPr>
          <a:xfrm>
            <a:off x="4309095" y="2167506"/>
            <a:ext cx="3573811" cy="2915771"/>
          </a:xfrm>
        </p:spPr>
        <p:txBody>
          <a:bodyPr>
            <a:normAutofit/>
          </a:bodyPr>
          <a:lstStyle/>
          <a:p>
            <a:r>
              <a:rPr lang="en-US" dirty="0"/>
              <a:t>Overall, the player choses what rules are enabled for the game, and then the game uses a rules system to determine what actions the player and the AI are allowed to take and what those actions do.</a:t>
            </a:r>
          </a:p>
          <a:p>
            <a:endParaRPr lang="en-US" dirty="0"/>
          </a:p>
          <a:p>
            <a:endParaRPr lang="en-US" dirty="0"/>
          </a:p>
        </p:txBody>
      </p:sp>
      <p:pic>
        <p:nvPicPr>
          <p:cNvPr id="5" name="Content Placeholder 4">
            <a:extLst>
              <a:ext uri="{FF2B5EF4-FFF2-40B4-BE49-F238E27FC236}">
                <a16:creationId xmlns:a16="http://schemas.microsoft.com/office/drawing/2014/main" id="{AA7432FE-27BC-EA95-655F-97C4654BE4FD}"/>
              </a:ext>
            </a:extLst>
          </p:cNvPr>
          <p:cNvPicPr>
            <a:picLocks noChangeAspect="1"/>
          </p:cNvPicPr>
          <p:nvPr/>
        </p:nvPicPr>
        <p:blipFill>
          <a:blip r:embed="rId4">
            <a:extLst>
              <a:ext uri="{28A0092B-C50C-407E-A947-70E740481C1C}">
                <a14:useLocalDpi xmlns:a14="http://schemas.microsoft.com/office/drawing/2010/main" val="0"/>
              </a:ext>
            </a:extLst>
          </a:blip>
          <a:srcRect r="1" b="638"/>
          <a:stretch>
            <a:fillRect/>
          </a:stretch>
        </p:blipFill>
        <p:spPr>
          <a:xfrm>
            <a:off x="646112" y="568316"/>
            <a:ext cx="3300836" cy="5679378"/>
          </a:xfrm>
          <a:prstGeom prst="rect">
            <a:avLst/>
          </a:prstGeom>
          <a:effectLst>
            <a:outerShdw blurRad="50800" dist="38100" dir="5400000" algn="t" rotWithShape="0">
              <a:prstClr val="black">
                <a:alpha val="43000"/>
              </a:prstClr>
            </a:outerShdw>
          </a:effectLst>
        </p:spPr>
      </p:pic>
      <p:pic>
        <p:nvPicPr>
          <p:cNvPr id="7" name="Picture 6">
            <a:extLst>
              <a:ext uri="{FF2B5EF4-FFF2-40B4-BE49-F238E27FC236}">
                <a16:creationId xmlns:a16="http://schemas.microsoft.com/office/drawing/2014/main" id="{F7208D0D-67CE-3017-4FBA-B36F01DDD1F2}"/>
              </a:ext>
            </a:extLst>
          </p:cNvPr>
          <p:cNvPicPr>
            <a:picLocks noChangeAspect="1"/>
          </p:cNvPicPr>
          <p:nvPr/>
        </p:nvPicPr>
        <p:blipFill>
          <a:blip r:embed="rId5">
            <a:extLst>
              <a:ext uri="{28A0092B-C50C-407E-A947-70E740481C1C}">
                <a14:useLocalDpi xmlns:a14="http://schemas.microsoft.com/office/drawing/2010/main" val="0"/>
              </a:ext>
            </a:extLst>
          </a:blip>
          <a:srcRect l="445" r="-4" b="-4"/>
          <a:stretch>
            <a:fillRect/>
          </a:stretch>
        </p:blipFill>
        <p:spPr>
          <a:xfrm>
            <a:off x="8245053" y="580009"/>
            <a:ext cx="3300836" cy="5667685"/>
          </a:xfrm>
          <a:prstGeom prst="rect">
            <a:avLst/>
          </a:prstGeom>
          <a:effectLst>
            <a:outerShdw blurRad="50800" dist="38100" dir="5400000" algn="t" rotWithShape="0">
              <a:prstClr val="black">
                <a:alpha val="43000"/>
              </a:prstClr>
            </a:outerShdw>
          </a:effectLst>
        </p:spPr>
      </p:pic>
      <p:sp>
        <p:nvSpPr>
          <p:cNvPr id="9" name="Title 1">
            <a:extLst>
              <a:ext uri="{FF2B5EF4-FFF2-40B4-BE49-F238E27FC236}">
                <a16:creationId xmlns:a16="http://schemas.microsoft.com/office/drawing/2014/main" id="{972C98EF-4B2C-3DFA-DD28-A724F6721820}"/>
              </a:ext>
            </a:extLst>
          </p:cNvPr>
          <p:cNvSpPr>
            <a:spLocks noGrp="1"/>
          </p:cNvSpPr>
          <p:nvPr>
            <p:ph type="title"/>
          </p:nvPr>
        </p:nvSpPr>
        <p:spPr>
          <a:xfrm>
            <a:off x="4309095" y="568316"/>
            <a:ext cx="3573811" cy="1044174"/>
          </a:xfrm>
        </p:spPr>
        <p:txBody>
          <a:bodyPr>
            <a:normAutofit/>
          </a:bodyPr>
          <a:lstStyle/>
          <a:p>
            <a:pPr algn="ctr"/>
            <a:r>
              <a:rPr lang="en-GB" dirty="0"/>
              <a:t>Overall</a:t>
            </a:r>
          </a:p>
        </p:txBody>
      </p:sp>
    </p:spTree>
    <p:extLst>
      <p:ext uri="{BB962C8B-B14F-4D97-AF65-F5344CB8AC3E}">
        <p14:creationId xmlns:p14="http://schemas.microsoft.com/office/powerpoint/2010/main" val="29692892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133</TotalTime>
  <Words>449</Words>
  <Application>Microsoft Office PowerPoint</Application>
  <PresentationFormat>Widescreen</PresentationFormat>
  <Paragraphs>22</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Century Gothic</vt:lpstr>
      <vt:lpstr>Wingdings 3</vt:lpstr>
      <vt:lpstr>Ion</vt:lpstr>
      <vt:lpstr>Rulescard’s gameplay</vt:lpstr>
      <vt:lpstr>Game overview</vt:lpstr>
      <vt:lpstr>Gameplay</vt:lpstr>
      <vt:lpstr>The Rules</vt:lpstr>
      <vt:lpstr>Overall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Evan Ashby</dc:creator>
  <cp:lastModifiedBy>(s) Evan Ashby</cp:lastModifiedBy>
  <cp:revision>1</cp:revision>
  <dcterms:created xsi:type="dcterms:W3CDTF">2026-05-04T11:56:43Z</dcterms:created>
  <dcterms:modified xsi:type="dcterms:W3CDTF">2026-05-04T14:10:09Z</dcterms:modified>
</cp:coreProperties>
</file>