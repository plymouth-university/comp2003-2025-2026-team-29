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38F70-0CAF-FD90-6053-DE138496D8BC}" v="206" dt="2025-11-28T00:56:11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RulesCard</a:t>
            </a:r>
            <a:r>
              <a:rPr lang="en-GB" dirty="0"/>
              <a:t> Storyboarding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D1296-6EE4-F152-934C-F38A62A7C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68" y="325020"/>
            <a:ext cx="6317916" cy="1325563"/>
          </a:xfrm>
        </p:spPr>
        <p:txBody>
          <a:bodyPr/>
          <a:lstStyle/>
          <a:p>
            <a:r>
              <a:rPr lang="en-GB" dirty="0"/>
              <a:t>Flowchart </a:t>
            </a:r>
          </a:p>
        </p:txBody>
      </p:sp>
      <p:pic>
        <p:nvPicPr>
          <p:cNvPr id="7" name="Content Placeholder 6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B8FDAFA6-F224-F7E6-D522-C55E8EEA3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6713" y="187994"/>
            <a:ext cx="5927362" cy="654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BFB300-14E6-16E5-4226-8AD2660CDDFF}"/>
              </a:ext>
            </a:extLst>
          </p:cNvPr>
          <p:cNvSpPr txBox="1"/>
          <p:nvPr/>
        </p:nvSpPr>
        <p:spPr>
          <a:xfrm>
            <a:off x="218407" y="2032166"/>
            <a:ext cx="44958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Suggestions - 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927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C2C5-D874-EA17-F5F6-6E45245B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Personal ideas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FFBF1-8FF3-C895-C190-9C3A375C7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Present the rules as cards themselves</a:t>
            </a:r>
          </a:p>
          <a:p>
            <a:r>
              <a:rPr lang="en-GB" dirty="0"/>
              <a:t>Have the rules list "unlock" each rule for viewing in menu after you see a rule in-game</a:t>
            </a:r>
          </a:p>
        </p:txBody>
      </p:sp>
    </p:spTree>
    <p:extLst>
      <p:ext uri="{BB962C8B-B14F-4D97-AF65-F5344CB8AC3E}">
        <p14:creationId xmlns:p14="http://schemas.microsoft.com/office/powerpoint/2010/main" val="169691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923C7-8C04-8F12-0C72-88D2C49F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Goals for Presentation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69E13-8FD2-F035-7C79-088B72BF8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Functioning prototype of the </a:t>
            </a:r>
            <a:r>
              <a:rPr lang="en-GB" dirty="0" err="1"/>
              <a:t>Rulescard</a:t>
            </a:r>
            <a:r>
              <a:rPr lang="en-GB" dirty="0"/>
              <a:t> game. </a:t>
            </a:r>
          </a:p>
          <a:p>
            <a:r>
              <a:rPr lang="en-GB" dirty="0"/>
              <a:t>Minimal Rule Implementation </a:t>
            </a:r>
          </a:p>
          <a:p>
            <a:r>
              <a:rPr lang="en-GB" dirty="0"/>
              <a:t>Minimal Visual presentation </a:t>
            </a:r>
          </a:p>
          <a:p>
            <a:r>
              <a:rPr lang="en-GB" dirty="0"/>
              <a:t>AI demo? Or Player versus Player demo? </a:t>
            </a:r>
          </a:p>
          <a:p>
            <a:r>
              <a:rPr lang="en-GB" dirty="0"/>
              <a:t>How much of a demo would be need? </a:t>
            </a:r>
          </a:p>
        </p:txBody>
      </p:sp>
    </p:spTree>
    <p:extLst>
      <p:ext uri="{BB962C8B-B14F-4D97-AF65-F5344CB8AC3E}">
        <p14:creationId xmlns:p14="http://schemas.microsoft.com/office/powerpoint/2010/main" val="226438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F50A-5C7F-DFCE-E3BB-EA8BF744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2D576-98B6-B1CD-97B9-550D9B133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Implement barebones UI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99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RulesCard Storyboarding </vt:lpstr>
      <vt:lpstr>Flowchart </vt:lpstr>
      <vt:lpstr>Personal ideas </vt:lpstr>
      <vt:lpstr>Goals for Presentation </vt:lpstr>
      <vt:lpstr>Next Sprint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created xsi:type="dcterms:W3CDTF">2025-11-28T00:51:15Z</dcterms:created>
  <dcterms:modified xsi:type="dcterms:W3CDTF">2025-12-01T11:41:38Z</dcterms:modified>
</cp:coreProperties>
</file>